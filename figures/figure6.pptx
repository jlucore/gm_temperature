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8072"/>
    <a:srgbClr val="80B1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2"/>
    <p:restoredTop sz="94687"/>
  </p:normalViewPr>
  <p:slideViewPr>
    <p:cSldViewPr snapToGrid="0" showGuides="1">
      <p:cViewPr>
        <p:scale>
          <a:sx n="133" d="100"/>
          <a:sy n="133" d="100"/>
        </p:scale>
        <p:origin x="80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EBA47-ADBC-2E48-B001-2AB0068B31E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96851-B579-6C42-939A-FAF14E3E9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4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96851-B579-6C42-939A-FAF14E3E98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6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8DE7-960A-C249-3290-74B4D720C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90F0C-DB64-EDF7-1B54-EE6D24575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490DD-1AFE-4F2D-CDBE-4E6D3D52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926F3-E5D8-089C-5009-7B74AE4E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12742-9994-AF58-A1C9-38582DA1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3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C104-9820-296D-8732-340C3F42F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8055E-7F22-D1F6-8FF3-734893F35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AA718-0E6E-E419-83F3-7C14F89D1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1CD90-F8E7-84C3-FA65-42AE1E75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1F64C-6BF8-09B7-A26E-B03327E1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2AB4-BBCD-E147-A606-79E11155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931AB-8589-F310-03AC-18A4B1FC1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26467-96FF-7174-6392-F25165F5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0B4C7-D323-5418-B14C-E9ADC8DD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37CC5-914B-3DBB-B0C3-945A72A81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35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609F-6E49-AF6C-DF68-6DB873D48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1DB20-3B3C-2302-0200-43EE161EC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15F4A-FE57-CEB7-7D4A-B650BF960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BC440-9DD5-AE9C-7A38-B48ABAC83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C0B7D-D98D-D2D7-5CE7-ABF23688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1C095-E920-4197-398F-09D98180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5B84-936F-723D-5B24-463F8639E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81AEF-F22C-85B8-F437-76BA1DDBC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CB2B8-8B55-97DD-9C5B-DF6F5A424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00BFC-6D94-B4DF-E93A-C1DBA6B87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8092CA-C0B5-3608-A954-83D5F8280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FA0BA-DB1B-A7DE-5C1C-C793AA93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04611-2797-2858-DEC5-D37F196B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D6710-DDE4-CCAC-DF1F-CA51E106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8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7802-9977-C43E-0783-7DFA286F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7E2E2E-D35F-FB5E-30A5-492CEF46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46720-EFE1-EAA4-CCB4-EF6EC180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299E8-9908-2B3C-28FE-59493215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69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05D57-3C4B-F33F-CFFA-40DCF1E4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EBA56D-96D6-F71D-E576-46274C2D9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F907A-A4F3-8F40-78AB-34A9FA77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5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2E3B9-0AA5-E3C0-6EA2-A4D4D1EB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80EC5-30E6-0C4F-2E43-F791A66C7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A42CF-DB20-DD1E-662A-13995C97B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CFDC8-8983-0479-9190-5870E2AD0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1E2B-D0BC-ED81-D460-35D984AD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748EA-241D-FBD5-960A-D22D5A2C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1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3A14F-D0F1-94B1-9008-6C4C48AC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3FD12-0B7C-959C-3DDE-EFFFED8EE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4CF7E-362A-0F1E-33FF-9F434E2C3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6E039-DA95-2545-6596-9DBB8CE7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02680-C0B3-7325-5717-808926C2B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E5B2E-9EF5-F3AF-F50B-16291D3C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8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86885-A193-1905-C6BF-77F04077A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2FBBF-C057-4C2C-6D8C-29B7B9681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E5030-1962-07B5-A6F0-3D7826B6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74657-17C1-A2A7-285F-9633A1984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0B1EE-F3B7-6792-A742-DDB92979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48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389E3-B987-5581-C797-1F5C485D1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0C3FD-61DC-C5CF-C9AA-8DBC8C8EE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4CA0-D492-0A5B-49F1-7A68ED7BF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004EE-ABBE-48BB-8E6D-FD4B3A1AD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23B2A-B41B-B3CA-1697-C131A738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9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751EEA-7085-1FE2-376D-1FAD577D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96EF5-1337-0573-3BC0-559D5DC1E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103BC-0510-D711-C499-BEEA760B3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D8608-5C36-3B40-8EF4-DCAD39468567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BB2A7-9041-DEE1-5092-BB1A33A43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655DC-AB64-9CC9-5043-4CBB9283D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8A38B-38F8-B74F-A7E6-6F9A18E4C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8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72EE57-EE09-53FF-8843-2D29524B7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509" y="1027134"/>
            <a:ext cx="7772400" cy="53808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510C8B-8CBC-94D3-5679-35BC4D969446}"/>
              </a:ext>
            </a:extLst>
          </p:cNvPr>
          <p:cNvSpPr/>
          <p:nvPr/>
        </p:nvSpPr>
        <p:spPr>
          <a:xfrm>
            <a:off x="1753643" y="3027405"/>
            <a:ext cx="8004131" cy="3511180"/>
          </a:xfrm>
          <a:prstGeom prst="rect">
            <a:avLst/>
          </a:prstGeom>
          <a:noFill/>
          <a:ln>
            <a:solidFill>
              <a:srgbClr val="80B1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17E20-5C5D-A05A-6F44-04DFB9EA784E}"/>
              </a:ext>
            </a:extLst>
          </p:cNvPr>
          <p:cNvSpPr txBox="1"/>
          <p:nvPr/>
        </p:nvSpPr>
        <p:spPr>
          <a:xfrm>
            <a:off x="1645388" y="2719628"/>
            <a:ext cx="1577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80B1D3"/>
                </a:solidFill>
                <a:latin typeface=""/>
              </a:rPr>
              <a:t>Increasing</a:t>
            </a:r>
            <a:r>
              <a:rPr lang="en-US" sz="1400" dirty="0">
                <a:latin typeface=""/>
              </a:rPr>
              <a:t> </a:t>
            </a:r>
            <a:r>
              <a:rPr lang="en-US" sz="1400" dirty="0">
                <a:solidFill>
                  <a:srgbClr val="80B1D3"/>
                </a:solidFill>
                <a:latin typeface=""/>
              </a:rPr>
              <a:t>slopes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C5F28B-7FC9-D2D3-365B-24C64A734EA6}"/>
              </a:ext>
            </a:extLst>
          </p:cNvPr>
          <p:cNvSpPr/>
          <p:nvPr/>
        </p:nvSpPr>
        <p:spPr>
          <a:xfrm>
            <a:off x="1753643" y="896574"/>
            <a:ext cx="8004131" cy="1823053"/>
          </a:xfrm>
          <a:prstGeom prst="rect">
            <a:avLst/>
          </a:prstGeom>
          <a:noFill/>
          <a:ln>
            <a:solidFill>
              <a:srgbClr val="FB80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226407-C4C3-18E0-6B55-DB8644478B35}"/>
              </a:ext>
            </a:extLst>
          </p:cNvPr>
          <p:cNvSpPr txBox="1"/>
          <p:nvPr/>
        </p:nvSpPr>
        <p:spPr>
          <a:xfrm>
            <a:off x="1645388" y="612126"/>
            <a:ext cx="1657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B8072"/>
                </a:solidFill>
                <a:latin typeface=""/>
              </a:rPr>
              <a:t>Decreasing</a:t>
            </a:r>
            <a:r>
              <a:rPr lang="en-US" sz="1400" dirty="0">
                <a:solidFill>
                  <a:srgbClr val="80B1D3"/>
                </a:solidFill>
                <a:latin typeface=""/>
              </a:rPr>
              <a:t> </a:t>
            </a:r>
            <a:r>
              <a:rPr lang="en-US" sz="1400" dirty="0">
                <a:solidFill>
                  <a:srgbClr val="FB8072"/>
                </a:solidFill>
                <a:latin typeface=""/>
              </a:rPr>
              <a:t>slopes</a:t>
            </a:r>
          </a:p>
        </p:txBody>
      </p:sp>
    </p:spTree>
    <p:extLst>
      <p:ext uri="{BB962C8B-B14F-4D97-AF65-F5344CB8AC3E}">
        <p14:creationId xmlns:p14="http://schemas.microsoft.com/office/powerpoint/2010/main" val="2324027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Lucore, Jordan</dc:creator>
  <cp:lastModifiedBy>Lucore, Jordan</cp:lastModifiedBy>
  <cp:revision>1</cp:revision>
  <dcterms:created xsi:type="dcterms:W3CDTF">2025-05-28T23:56:15Z</dcterms:created>
  <dcterms:modified xsi:type="dcterms:W3CDTF">2025-05-29T00:00:53Z</dcterms:modified>
</cp:coreProperties>
</file>